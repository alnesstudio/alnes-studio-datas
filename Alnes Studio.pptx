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70" r:id="rId14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3" autoAdjust="0"/>
    <p:restoredTop sz="94660"/>
  </p:normalViewPr>
  <p:slideViewPr>
    <p:cSldViewPr snapToGrid="0">
      <p:cViewPr varScale="1">
        <p:scale>
          <a:sx n="92" d="100"/>
          <a:sy n="92" d="100"/>
        </p:scale>
        <p:origin x="9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B070C7C-613E-095D-BCEA-D3032E644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B00211B6-EA20-25BF-3162-CC43DDF9E4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7B26E92-507E-B427-6962-D70EE11EF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F2F36-4795-499C-A6BA-CAEB9A789B61}" type="datetimeFigureOut">
              <a:rPr lang="tr-TR" smtClean="0"/>
              <a:t>2.06.2022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8C094C6-26E4-A4E4-A62B-B41C2186D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230F83B-5F1D-1C3E-DE0A-2B680B8C1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E2E08-6831-4649-9E52-BD230FB394C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00749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7F3C99B-ADC4-69B7-944A-F97FDAA18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BD52DAB-532E-5724-0244-E04AA06B3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1D32002-2362-C301-EEE4-5BD685E50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F2F36-4795-499C-A6BA-CAEB9A789B61}" type="datetimeFigureOut">
              <a:rPr lang="tr-TR" smtClean="0"/>
              <a:t>2.06.2022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B2C0DE0-7CAD-D2BB-3A67-26D458D6F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DF2B294-A6EA-99A2-6135-FBC350DFC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E2E08-6831-4649-9E52-BD230FB394C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6121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3F5DF90-9BEC-783A-E59C-2596B9559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AF148CFE-889C-98B2-2A39-3F46F8D91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2FC0907-6468-D8D1-CF16-4BB7A0026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F2F36-4795-499C-A6BA-CAEB9A789B61}" type="datetimeFigureOut">
              <a:rPr lang="tr-TR" smtClean="0"/>
              <a:t>2.06.2022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12D9DFE-2916-43B6-F1E0-41CC28F97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64B01A2-FB80-4E4F-B9FE-54E9C19C8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E2E08-6831-4649-9E52-BD230FB394C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90974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75C1488-E8B1-A20A-F977-323718701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3C16B84-B6BF-9726-661B-EC842ADB0C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C4F38564-B506-7F88-F29E-ECDA3C9FC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6ABDBA9-EF9E-B9D9-558C-CA5E35FB9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F2F36-4795-499C-A6BA-CAEB9A789B61}" type="datetimeFigureOut">
              <a:rPr lang="tr-TR" smtClean="0"/>
              <a:t>2.06.2022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E1A20B91-0739-08CE-C467-D8F817A67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D9FC706-651A-7DF2-9B64-7678ABFF3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E2E08-6831-4649-9E52-BD230FB394C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44089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F3767A6-B731-DD93-3B75-15D4D95D3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0348EA5-9C8A-9B6D-67C8-1DE49E562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2057533-8B76-9328-FCD4-835592A7F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8C02BB76-C2AD-F4EC-2737-AA3DD65B45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D48F2A3B-FC4D-D093-11F6-E1D1FD7B05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08555183-F91D-AB39-75C9-C5537C74F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F2F36-4795-499C-A6BA-CAEB9A789B61}" type="datetimeFigureOut">
              <a:rPr lang="tr-TR" smtClean="0"/>
              <a:t>2.06.2022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86E7F65E-57CF-B6D7-7944-A39BB2F38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FAE44CD1-6299-E24F-9776-749EFD526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E2E08-6831-4649-9E52-BD230FB394C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9268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9B9EC7A-EA3E-0AFD-F27C-719072484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E8BF816D-92C6-754E-8BA4-4BEAE89D4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F2F36-4795-499C-A6BA-CAEB9A789B61}" type="datetimeFigureOut">
              <a:rPr lang="tr-TR" smtClean="0"/>
              <a:t>2.06.2022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EDA2B839-8AA3-94AC-208A-DB1E87040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9B97509F-002B-2507-FB46-9251BA8D1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E2E08-6831-4649-9E52-BD230FB394C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43483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8E8D6D58-CF50-4099-CC75-EE9A3B7E5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F2F36-4795-499C-A6BA-CAEB9A789B61}" type="datetimeFigureOut">
              <a:rPr lang="tr-TR" smtClean="0"/>
              <a:t>2.06.2022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7C907E7F-6847-4C5B-162D-CF7FCC492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30CCFCB9-9299-3F2D-4BCD-3D69684D2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E2E08-6831-4649-9E52-BD230FB394C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65443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093E512-0047-EC82-49AC-C3E009AC4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1A7BA59-C1AB-ED6A-3332-4B44D9BB1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779E116B-674E-DF6E-65D5-2B9955D908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1029BCC-0487-4827-1013-CD6D34551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F2F36-4795-499C-A6BA-CAEB9A789B61}" type="datetimeFigureOut">
              <a:rPr lang="tr-TR" smtClean="0"/>
              <a:t>2.06.2022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7DCA9A0-F8FB-8A9B-CB13-797F6D1F7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D6C7E278-3D59-398A-7FE5-F0020DCC8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E2E08-6831-4649-9E52-BD230FB394C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361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842D0F7-78ED-2970-0ECB-8EF517FE3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57810D50-7C36-7D81-32C4-FFB81E279E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BF3AB23-783D-16C5-D1F8-6F713894F9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262D7BB-C0A4-CAB8-D73D-12C2978B2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F2F36-4795-499C-A6BA-CAEB9A789B61}" type="datetimeFigureOut">
              <a:rPr lang="tr-TR" smtClean="0"/>
              <a:t>2.06.2022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93329C9-AB6A-26E1-034D-34B4DC382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455B3A9-D72D-CC00-3186-234DA3291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E2E08-6831-4649-9E52-BD230FB394C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47339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E738F4D-7950-1DCD-64B9-81A847D4A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7CC1436C-4353-8A89-1383-85C3D68C1B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BE929C5-FA0A-F279-78CA-51CE3375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F2F36-4795-499C-A6BA-CAEB9A789B61}" type="datetimeFigureOut">
              <a:rPr lang="tr-TR" smtClean="0"/>
              <a:t>2.06.2022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05A3750-67C6-8DCC-F3D1-7B4DB6799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19B53B2-F4F8-77D6-0A23-CA0785DC2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E2E08-6831-4649-9E52-BD230FB394C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14037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77BD399E-9B2B-7D07-23BC-CE0C272C5F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8C565D2-34B4-9D97-BD62-5F2BACE5D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1F81709-2665-97FC-6F4A-DB7220DAA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F2F36-4795-499C-A6BA-CAEB9A789B61}" type="datetimeFigureOut">
              <a:rPr lang="tr-TR" smtClean="0"/>
              <a:t>2.06.2022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2ACB8B6-0B5B-BD6F-342C-6C2BDBC00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6045334-ECC3-2E85-ADDB-79164E3C7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E2E08-6831-4649-9E52-BD230FB394C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3227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52D77BDB-31B9-140D-E0CD-61E5AAD0E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87AE600-71EF-1CD5-E314-38535D891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E9F5695-536A-D7AF-89EC-C20B39033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4F2F36-4795-499C-A6BA-CAEB9A789B61}" type="datetimeFigureOut">
              <a:rPr lang="tr-TR" smtClean="0"/>
              <a:t>2.06.2022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9BF41F9-79E3-7852-5FB6-37388E9545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075B98E-B86E-82B5-82BE-AF3F6D57DD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E2E08-6831-4649-9E52-BD230FB394C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3791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4FB64CE-FBE3-F490-DF32-07B0A643F3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>
                <a:latin typeface="SF Pro Display" panose="00000500000000000000" pitchFamily="50" charset="0"/>
                <a:ea typeface="SF Pro Display" panose="00000500000000000000" pitchFamily="50" charset="0"/>
              </a:rPr>
              <a:t>Alnes </a:t>
            </a:r>
            <a:r>
              <a:rPr lang="tr-TR" b="1" dirty="0" err="1">
                <a:latin typeface="SF Pro Display" panose="00000500000000000000" pitchFamily="50" charset="0"/>
                <a:ea typeface="SF Pro Display" panose="00000500000000000000" pitchFamily="50" charset="0"/>
              </a:rPr>
              <a:t>Studio</a:t>
            </a:r>
            <a:endParaRPr lang="tr-TR" b="1" dirty="0">
              <a:latin typeface="SF Pro Display" panose="00000500000000000000" pitchFamily="50" charset="0"/>
              <a:ea typeface="SF Pro Display" panose="00000500000000000000" pitchFamily="50" charset="0"/>
            </a:endParaRP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7BAD5AC7-7009-CAE0-D961-918211F1AD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 err="1">
                <a:latin typeface="SF Pro Display" panose="00000500000000000000" pitchFamily="50" charset="0"/>
                <a:ea typeface="SF Pro Display" panose="00000500000000000000" pitchFamily="50" charset="0"/>
              </a:rPr>
              <a:t>Welcome</a:t>
            </a:r>
            <a:r>
              <a:rPr lang="tr-TR" dirty="0">
                <a:latin typeface="SF Pro Display" panose="00000500000000000000" pitchFamily="50" charset="0"/>
                <a:ea typeface="SF Pro Display" panose="00000500000000000000" pitchFamily="50" charset="0"/>
              </a:rPr>
              <a:t> </a:t>
            </a:r>
            <a:r>
              <a:rPr lang="tr-TR" dirty="0" err="1">
                <a:latin typeface="SF Pro Display" panose="00000500000000000000" pitchFamily="50" charset="0"/>
                <a:ea typeface="SF Pro Display" panose="00000500000000000000" pitchFamily="50" charset="0"/>
              </a:rPr>
              <a:t>to</a:t>
            </a:r>
            <a:r>
              <a:rPr lang="tr-TR" dirty="0">
                <a:latin typeface="SF Pro Display" panose="00000500000000000000" pitchFamily="50" charset="0"/>
                <a:ea typeface="SF Pro Display" panose="00000500000000000000" pitchFamily="50" charset="0"/>
              </a:rPr>
              <a:t> </a:t>
            </a:r>
            <a:r>
              <a:rPr lang="tr-TR" dirty="0" err="1">
                <a:latin typeface="SF Pro Display" panose="00000500000000000000" pitchFamily="50" charset="0"/>
                <a:ea typeface="SF Pro Display" panose="00000500000000000000" pitchFamily="50" charset="0"/>
              </a:rPr>
              <a:t>our</a:t>
            </a:r>
            <a:r>
              <a:rPr lang="tr-TR" dirty="0">
                <a:latin typeface="SF Pro Display" panose="00000500000000000000" pitchFamily="50" charset="0"/>
                <a:ea typeface="SF Pro Display" panose="00000500000000000000" pitchFamily="50" charset="0"/>
              </a:rPr>
              <a:t> </a:t>
            </a:r>
            <a:r>
              <a:rPr lang="tr-TR" dirty="0" err="1">
                <a:latin typeface="SF Pro Display" panose="00000500000000000000" pitchFamily="50" charset="0"/>
                <a:ea typeface="SF Pro Display" panose="00000500000000000000" pitchFamily="50" charset="0"/>
              </a:rPr>
              <a:t>presentation</a:t>
            </a:r>
            <a:endParaRPr lang="tr-TR" dirty="0">
              <a:latin typeface="SF Pro Display" panose="00000500000000000000" pitchFamily="50" charset="0"/>
              <a:ea typeface="SF Pro Display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622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763341F-25EF-CC21-244F-75BEF1DED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>
                <a:latin typeface="SF Pro Display" panose="00000500000000000000" pitchFamily="50" charset="0"/>
                <a:ea typeface="SF Pro Display" panose="00000500000000000000" pitchFamily="50" charset="0"/>
              </a:rPr>
              <a:t>Content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B5747B7-7164-B9E5-8078-453733051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latin typeface="SF Pro Display" panose="00000500000000000000" pitchFamily="50" charset="0"/>
                <a:ea typeface="SF Pro Display" panose="00000500000000000000" pitchFamily="50" charset="0"/>
              </a:rPr>
              <a:t>What is </a:t>
            </a:r>
            <a:r>
              <a:rPr lang="en-US" dirty="0" err="1">
                <a:latin typeface="SF Pro Display" panose="00000500000000000000" pitchFamily="50" charset="0"/>
                <a:ea typeface="SF Pro Display" panose="00000500000000000000" pitchFamily="50" charset="0"/>
              </a:rPr>
              <a:t>Alnes</a:t>
            </a:r>
            <a:r>
              <a:rPr lang="en-US" dirty="0">
                <a:latin typeface="SF Pro Display" panose="00000500000000000000" pitchFamily="50" charset="0"/>
                <a:ea typeface="SF Pro Display" panose="00000500000000000000" pitchFamily="50" charset="0"/>
              </a:rPr>
              <a:t>?</a:t>
            </a:r>
          </a:p>
          <a:p>
            <a:pPr marL="0" indent="0">
              <a:buNone/>
            </a:pPr>
            <a:r>
              <a:rPr lang="en-US" dirty="0">
                <a:latin typeface="SF Pro Display" panose="00000500000000000000" pitchFamily="50" charset="0"/>
                <a:ea typeface="SF Pro Display" panose="00000500000000000000" pitchFamily="50" charset="0"/>
              </a:rPr>
              <a:t>How was </a:t>
            </a:r>
            <a:r>
              <a:rPr lang="en-US" dirty="0" err="1">
                <a:latin typeface="SF Pro Display" panose="00000500000000000000" pitchFamily="50" charset="0"/>
                <a:ea typeface="SF Pro Display" panose="00000500000000000000" pitchFamily="50" charset="0"/>
              </a:rPr>
              <a:t>Alnes</a:t>
            </a:r>
            <a:r>
              <a:rPr lang="en-US" dirty="0">
                <a:latin typeface="SF Pro Display" panose="00000500000000000000" pitchFamily="50" charset="0"/>
                <a:ea typeface="SF Pro Display" panose="00000500000000000000" pitchFamily="50" charset="0"/>
              </a:rPr>
              <a:t> Studio founded?</a:t>
            </a:r>
          </a:p>
          <a:p>
            <a:pPr marL="0" indent="0">
              <a:buNone/>
            </a:pPr>
            <a:r>
              <a:rPr lang="en-US" dirty="0">
                <a:latin typeface="SF Pro Display" panose="00000500000000000000" pitchFamily="50" charset="0"/>
                <a:ea typeface="SF Pro Display" panose="00000500000000000000" pitchFamily="50" charset="0"/>
              </a:rPr>
              <a:t>Who founded </a:t>
            </a:r>
            <a:r>
              <a:rPr lang="en-US" dirty="0" err="1">
                <a:latin typeface="SF Pro Display" panose="00000500000000000000" pitchFamily="50" charset="0"/>
                <a:ea typeface="SF Pro Display" panose="00000500000000000000" pitchFamily="50" charset="0"/>
              </a:rPr>
              <a:t>Alnes</a:t>
            </a:r>
            <a:r>
              <a:rPr lang="en-US" dirty="0">
                <a:latin typeface="SF Pro Display" panose="00000500000000000000" pitchFamily="50" charset="0"/>
                <a:ea typeface="SF Pro Display" panose="00000500000000000000" pitchFamily="50" charset="0"/>
              </a:rPr>
              <a:t> Studio?</a:t>
            </a:r>
          </a:p>
          <a:p>
            <a:pPr marL="0" indent="0">
              <a:buNone/>
            </a:pPr>
            <a:r>
              <a:rPr lang="en-US" dirty="0">
                <a:latin typeface="SF Pro Display" panose="00000500000000000000" pitchFamily="50" charset="0"/>
                <a:ea typeface="SF Pro Display" panose="00000500000000000000" pitchFamily="50" charset="0"/>
              </a:rPr>
              <a:t>Who are we?</a:t>
            </a:r>
          </a:p>
          <a:p>
            <a:pPr marL="0" indent="0">
              <a:buNone/>
            </a:pPr>
            <a:r>
              <a:rPr lang="en-US" dirty="0">
                <a:latin typeface="SF Pro Display" panose="00000500000000000000" pitchFamily="50" charset="0"/>
                <a:ea typeface="SF Pro Display" panose="00000500000000000000" pitchFamily="50" charset="0"/>
              </a:rPr>
              <a:t>What is our aim?</a:t>
            </a:r>
          </a:p>
          <a:p>
            <a:pPr marL="0" indent="0">
              <a:buNone/>
            </a:pPr>
            <a:r>
              <a:rPr lang="en-US" dirty="0">
                <a:latin typeface="SF Pro Display" panose="00000500000000000000" pitchFamily="50" charset="0"/>
                <a:ea typeface="SF Pro Display" panose="00000500000000000000" pitchFamily="50" charset="0"/>
              </a:rPr>
              <a:t>What is our mission?</a:t>
            </a:r>
          </a:p>
          <a:p>
            <a:pPr marL="0" indent="0">
              <a:buNone/>
            </a:pPr>
            <a:r>
              <a:rPr lang="en-US" dirty="0">
                <a:latin typeface="SF Pro Display" panose="00000500000000000000" pitchFamily="50" charset="0"/>
                <a:ea typeface="SF Pro Display" panose="00000500000000000000" pitchFamily="50" charset="0"/>
              </a:rPr>
              <a:t>What is our perspective on design?</a:t>
            </a:r>
          </a:p>
          <a:p>
            <a:pPr marL="0" indent="0">
              <a:buNone/>
            </a:pPr>
            <a:r>
              <a:rPr lang="en-US" dirty="0">
                <a:latin typeface="SF Pro Display" panose="00000500000000000000" pitchFamily="50" charset="0"/>
                <a:ea typeface="SF Pro Display" panose="00000500000000000000" pitchFamily="50" charset="0"/>
              </a:rPr>
              <a:t>What are the features we look for in our products?</a:t>
            </a:r>
          </a:p>
          <a:p>
            <a:pPr marL="0" indent="0">
              <a:buNone/>
            </a:pPr>
            <a:endParaRPr lang="en-US" dirty="0">
              <a:latin typeface="SF Pro Display" panose="00000500000000000000" pitchFamily="50" charset="0"/>
              <a:ea typeface="SF Pro Display" panose="00000500000000000000" pitchFamily="50" charset="0"/>
            </a:endParaRPr>
          </a:p>
          <a:p>
            <a:pPr marL="0" indent="0">
              <a:buNone/>
            </a:pPr>
            <a:r>
              <a:rPr lang="tr-TR" dirty="0">
                <a:latin typeface="SF Pro Display" panose="00000500000000000000" pitchFamily="50" charset="0"/>
                <a:ea typeface="SF Pro Display" panose="00000500000000000000" pitchFamily="50" charset="0"/>
              </a:rPr>
              <a:t>D</a:t>
            </a:r>
            <a:r>
              <a:rPr lang="en-US" dirty="0" err="1">
                <a:latin typeface="SF Pro Display" panose="00000500000000000000" pitchFamily="50" charset="0"/>
                <a:ea typeface="SF Pro Display" panose="00000500000000000000" pitchFamily="50" charset="0"/>
              </a:rPr>
              <a:t>esigns</a:t>
            </a:r>
            <a:endParaRPr lang="en-US" dirty="0">
              <a:latin typeface="SF Pro Display" panose="00000500000000000000" pitchFamily="50" charset="0"/>
              <a:ea typeface="SF Pro Display" panose="00000500000000000000" pitchFamily="50" charset="0"/>
            </a:endParaRPr>
          </a:p>
          <a:p>
            <a:pPr marL="0" indent="0">
              <a:buNone/>
            </a:pPr>
            <a:r>
              <a:rPr lang="tr-TR" dirty="0">
                <a:latin typeface="SF Pro Display" panose="00000500000000000000" pitchFamily="50" charset="0"/>
                <a:ea typeface="SF Pro Display" panose="00000500000000000000" pitchFamily="50" charset="0"/>
              </a:rPr>
              <a:t>S</a:t>
            </a:r>
            <a:r>
              <a:rPr lang="en-US" dirty="0" err="1">
                <a:latin typeface="SF Pro Display" panose="00000500000000000000" pitchFamily="50" charset="0"/>
                <a:ea typeface="SF Pro Display" panose="00000500000000000000" pitchFamily="50" charset="0"/>
              </a:rPr>
              <a:t>oftwares</a:t>
            </a:r>
            <a:endParaRPr lang="en-US" dirty="0">
              <a:latin typeface="SF Pro Display" panose="00000500000000000000" pitchFamily="50" charset="0"/>
              <a:ea typeface="SF Pro Display" panose="00000500000000000000" pitchFamily="50" charset="0"/>
            </a:endParaRPr>
          </a:p>
          <a:p>
            <a:pPr marL="0" indent="0">
              <a:buNone/>
            </a:pPr>
            <a:endParaRPr lang="en-US" dirty="0">
              <a:latin typeface="SF Pro Display" panose="00000500000000000000" pitchFamily="50" charset="0"/>
              <a:ea typeface="SF Pro Display" panose="00000500000000000000" pitchFamily="50" charset="0"/>
            </a:endParaRPr>
          </a:p>
          <a:p>
            <a:pPr marL="0" indent="0">
              <a:buNone/>
            </a:pPr>
            <a:r>
              <a:rPr lang="en-US" dirty="0">
                <a:latin typeface="SF Pro Display" panose="00000500000000000000" pitchFamily="50" charset="0"/>
                <a:ea typeface="SF Pro Display" panose="00000500000000000000" pitchFamily="50" charset="0"/>
              </a:rPr>
              <a:t>Finish</a:t>
            </a:r>
            <a:endParaRPr lang="tr-TR" dirty="0">
              <a:latin typeface="SF Pro Display" panose="00000500000000000000" pitchFamily="50" charset="0"/>
              <a:ea typeface="SF Pro Display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544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93B4794-8A07-DD84-0BAB-E7F43D119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err="1">
                <a:latin typeface="SF Pro Display" panose="00000500000000000000" pitchFamily="50" charset="0"/>
                <a:ea typeface="SF Pro Display" panose="00000500000000000000" pitchFamily="50" charset="0"/>
              </a:rPr>
              <a:t>What</a:t>
            </a:r>
            <a:r>
              <a:rPr lang="tr-TR" b="1" dirty="0">
                <a:latin typeface="SF Pro Display" panose="00000500000000000000" pitchFamily="50" charset="0"/>
                <a:ea typeface="SF Pro Display" panose="00000500000000000000" pitchFamily="50" charset="0"/>
              </a:rPr>
              <a:t> is Alnes?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1A78958-E7AE-7E06-D230-BE8A918D2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SF Pro Display" panose="00000500000000000000" pitchFamily="50" charset="0"/>
                <a:ea typeface="SF Pro Display" panose="00000500000000000000" pitchFamily="50" charset="0"/>
              </a:rPr>
              <a:t>It is a word formed by the abbreviation of the name </a:t>
            </a:r>
            <a:r>
              <a:rPr lang="en-US" sz="1800" dirty="0" err="1">
                <a:latin typeface="SF Pro Display" panose="00000500000000000000" pitchFamily="50" charset="0"/>
                <a:ea typeface="SF Pro Display" panose="00000500000000000000" pitchFamily="50" charset="0"/>
              </a:rPr>
              <a:t>ALneSs</a:t>
            </a:r>
            <a:r>
              <a:rPr lang="en-US" sz="1800" dirty="0">
                <a:latin typeface="SF Pro Display" panose="00000500000000000000" pitchFamily="50" charset="0"/>
                <a:ea typeface="SF Pro Display" panose="00000500000000000000" pitchFamily="50" charset="0"/>
              </a:rPr>
              <a:t>,</a:t>
            </a:r>
          </a:p>
          <a:p>
            <a:pPr marL="0" indent="0">
              <a:buNone/>
            </a:pPr>
            <a:r>
              <a:rPr lang="en-US" sz="1800" dirty="0">
                <a:latin typeface="SF Pro Display" panose="00000500000000000000" pitchFamily="50" charset="0"/>
                <a:ea typeface="SF Pro Display" panose="00000500000000000000" pitchFamily="50" charset="0"/>
              </a:rPr>
              <a:t>which our founder used when dealing with Hack,</a:t>
            </a:r>
          </a:p>
          <a:p>
            <a:pPr marL="0" indent="0">
              <a:buNone/>
            </a:pPr>
            <a:r>
              <a:rPr lang="en-US" sz="1800" dirty="0">
                <a:latin typeface="SF Pro Display" panose="00000500000000000000" pitchFamily="50" charset="0"/>
                <a:ea typeface="SF Pro Display" panose="00000500000000000000" pitchFamily="50" charset="0"/>
              </a:rPr>
              <a:t>it was formed by the combination of the words "All" and "Ness".</a:t>
            </a:r>
            <a:endParaRPr lang="tr-TR" sz="1800" dirty="0">
              <a:latin typeface="SF Pro Display" panose="00000500000000000000" pitchFamily="50" charset="0"/>
              <a:ea typeface="SF Pro Display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949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93B4794-8A07-DD84-0BAB-E7F43D119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SF Pro Display" panose="00000500000000000000" pitchFamily="50" charset="0"/>
                <a:ea typeface="SF Pro Display" panose="00000500000000000000" pitchFamily="50" charset="0"/>
              </a:rPr>
              <a:t>How was </a:t>
            </a:r>
            <a:r>
              <a:rPr lang="en-US" b="1" dirty="0" err="1">
                <a:latin typeface="SF Pro Display" panose="00000500000000000000" pitchFamily="50" charset="0"/>
                <a:ea typeface="SF Pro Display" panose="00000500000000000000" pitchFamily="50" charset="0"/>
              </a:rPr>
              <a:t>Alnes</a:t>
            </a:r>
            <a:r>
              <a:rPr lang="en-US" b="1" dirty="0">
                <a:latin typeface="SF Pro Display" panose="00000500000000000000" pitchFamily="50" charset="0"/>
                <a:ea typeface="SF Pro Display" panose="00000500000000000000" pitchFamily="50" charset="0"/>
              </a:rPr>
              <a:t> Studio founded</a:t>
            </a:r>
            <a:r>
              <a:rPr lang="tr-TR" b="1" dirty="0">
                <a:latin typeface="SF Pro Display" panose="00000500000000000000" pitchFamily="50" charset="0"/>
                <a:ea typeface="SF Pro Display" panose="00000500000000000000" pitchFamily="50" charset="0"/>
              </a:rPr>
              <a:t>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1A78958-E7AE-7E06-D230-BE8A918D2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>
                <a:latin typeface="SF Pro Display" panose="00000500000000000000" pitchFamily="50" charset="0"/>
                <a:ea typeface="SF Pro Display" panose="00000500000000000000" pitchFamily="50" charset="0"/>
              </a:rPr>
              <a:t>Alnes</a:t>
            </a:r>
            <a:r>
              <a:rPr lang="en-US" sz="1800" dirty="0">
                <a:latin typeface="SF Pro Display" panose="00000500000000000000" pitchFamily="50" charset="0"/>
                <a:ea typeface="SF Pro Display" panose="00000500000000000000" pitchFamily="50" charset="0"/>
              </a:rPr>
              <a:t> Studio was formed when our founder decided to continue</a:t>
            </a:r>
            <a:r>
              <a:rPr lang="tr-TR" sz="1800" dirty="0">
                <a:latin typeface="SF Pro Display" panose="00000500000000000000" pitchFamily="50" charset="0"/>
                <a:ea typeface="SF Pro Display" panose="00000500000000000000" pitchFamily="50" charset="0"/>
              </a:rPr>
              <a:t> </a:t>
            </a:r>
            <a:r>
              <a:rPr lang="en-US" sz="1800" dirty="0">
                <a:latin typeface="SF Pro Display" panose="00000500000000000000" pitchFamily="50" charset="0"/>
                <a:ea typeface="SF Pro Display" panose="00000500000000000000" pitchFamily="50" charset="0"/>
              </a:rPr>
              <a:t>by establishing his own group,</a:t>
            </a:r>
          </a:p>
          <a:p>
            <a:pPr marL="0" indent="0">
              <a:buNone/>
            </a:pPr>
            <a:r>
              <a:rPr lang="en-US" sz="1800" dirty="0">
                <a:latin typeface="SF Pro Display" panose="00000500000000000000" pitchFamily="50" charset="0"/>
                <a:ea typeface="SF Pro Display" panose="00000500000000000000" pitchFamily="50" charset="0"/>
              </a:rPr>
              <a:t>as the management of the teams he participated in was not good at all.</a:t>
            </a:r>
            <a:endParaRPr lang="tr-TR" sz="1800" dirty="0">
              <a:latin typeface="SF Pro Display" panose="00000500000000000000" pitchFamily="50" charset="0"/>
              <a:ea typeface="SF Pro Display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330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93B4794-8A07-DD84-0BAB-E7F43D119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SF Pro Display" panose="00000500000000000000" pitchFamily="50" charset="0"/>
                <a:ea typeface="SF Pro Display" panose="00000500000000000000" pitchFamily="50" charset="0"/>
              </a:rPr>
              <a:t>Who founded </a:t>
            </a:r>
            <a:r>
              <a:rPr lang="en-US" b="1" dirty="0" err="1">
                <a:latin typeface="SF Pro Display" panose="00000500000000000000" pitchFamily="50" charset="0"/>
                <a:ea typeface="SF Pro Display" panose="00000500000000000000" pitchFamily="50" charset="0"/>
              </a:rPr>
              <a:t>Alnes</a:t>
            </a:r>
            <a:r>
              <a:rPr lang="en-US" b="1" dirty="0">
                <a:latin typeface="SF Pro Display" panose="00000500000000000000" pitchFamily="50" charset="0"/>
                <a:ea typeface="SF Pro Display" panose="00000500000000000000" pitchFamily="50" charset="0"/>
              </a:rPr>
              <a:t> Studio</a:t>
            </a:r>
            <a:r>
              <a:rPr lang="tr-TR" b="1" dirty="0">
                <a:latin typeface="SF Pro Display" panose="00000500000000000000" pitchFamily="50" charset="0"/>
                <a:ea typeface="SF Pro Display" panose="00000500000000000000" pitchFamily="50" charset="0"/>
              </a:rPr>
              <a:t>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1A78958-E7AE-7E06-D230-BE8A918D2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SF Pro Display" panose="00000500000000000000" pitchFamily="50" charset="0"/>
                <a:ea typeface="SF Pro Display" panose="00000500000000000000" pitchFamily="50" charset="0"/>
              </a:rPr>
              <a:t>Founded by an entrepreneur who has been working for software</a:t>
            </a:r>
            <a:r>
              <a:rPr lang="tr-TR" sz="1800" dirty="0">
                <a:latin typeface="SF Pro Display" panose="00000500000000000000" pitchFamily="50" charset="0"/>
                <a:ea typeface="SF Pro Display" panose="00000500000000000000" pitchFamily="50" charset="0"/>
              </a:rPr>
              <a:t> </a:t>
            </a:r>
            <a:r>
              <a:rPr lang="en-US" sz="1800" dirty="0">
                <a:latin typeface="SF Pro Display" panose="00000500000000000000" pitchFamily="50" charset="0"/>
                <a:ea typeface="SF Pro Display" panose="00000500000000000000" pitchFamily="50" charset="0"/>
              </a:rPr>
              <a:t>more than 10 hours a day since 2020.</a:t>
            </a:r>
            <a:endParaRPr lang="tr-TR" sz="1800" dirty="0">
              <a:latin typeface="SF Pro Display" panose="00000500000000000000" pitchFamily="50" charset="0"/>
              <a:ea typeface="SF Pro Display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511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93B4794-8A07-DD84-0BAB-E7F43D119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SF Pro Display" panose="00000500000000000000" pitchFamily="50" charset="0"/>
                <a:ea typeface="SF Pro Display" panose="00000500000000000000" pitchFamily="50" charset="0"/>
              </a:rPr>
              <a:t>Who are we</a:t>
            </a:r>
            <a:r>
              <a:rPr lang="tr-TR" b="1" dirty="0">
                <a:latin typeface="SF Pro Display" panose="00000500000000000000" pitchFamily="50" charset="0"/>
                <a:ea typeface="SF Pro Display" panose="00000500000000000000" pitchFamily="50" charset="0"/>
              </a:rPr>
              <a:t>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1A78958-E7AE-7E06-D230-BE8A918D2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SF Pro Display" panose="00000500000000000000" pitchFamily="50" charset="0"/>
                <a:ea typeface="SF Pro Display" panose="00000500000000000000" pitchFamily="50" charset="0"/>
              </a:rPr>
              <a:t>We are a community that works for our missions and goals.</a:t>
            </a:r>
            <a:endParaRPr lang="tr-TR" sz="1800" dirty="0">
              <a:latin typeface="SF Pro Display" panose="00000500000000000000" pitchFamily="50" charset="0"/>
              <a:ea typeface="SF Pro Display" panose="00000500000000000000" pitchFamily="50" charset="0"/>
            </a:endParaRPr>
          </a:p>
          <a:p>
            <a:pPr marL="0" indent="0">
              <a:buNone/>
            </a:pPr>
            <a:r>
              <a:rPr lang="en-US" sz="1800" dirty="0">
                <a:latin typeface="SF Pro Display" panose="00000500000000000000" pitchFamily="50" charset="0"/>
                <a:ea typeface="SF Pro Display" panose="00000500000000000000" pitchFamily="50" charset="0"/>
              </a:rPr>
              <a:t>We are constantly working to improve our quality</a:t>
            </a:r>
            <a:endParaRPr lang="tr-TR" sz="1800" dirty="0">
              <a:latin typeface="SF Pro Display" panose="00000500000000000000" pitchFamily="50" charset="0"/>
              <a:ea typeface="SF Pro Display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632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93B4794-8A07-DD84-0BAB-E7F43D119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SF Pro Display" panose="00000500000000000000" pitchFamily="50" charset="0"/>
                <a:ea typeface="SF Pro Display" panose="00000500000000000000" pitchFamily="50" charset="0"/>
              </a:rPr>
              <a:t>What is our aim</a:t>
            </a:r>
            <a:r>
              <a:rPr lang="tr-TR" b="1" dirty="0">
                <a:latin typeface="SF Pro Display" panose="00000500000000000000" pitchFamily="50" charset="0"/>
                <a:ea typeface="SF Pro Display" panose="00000500000000000000" pitchFamily="50" charset="0"/>
              </a:rPr>
              <a:t>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1A78958-E7AE-7E06-D230-BE8A918D2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SF Pro Display" panose="00000500000000000000" pitchFamily="50" charset="0"/>
                <a:ea typeface="SF Pro Display" panose="00000500000000000000" pitchFamily="50" charset="0"/>
              </a:rPr>
              <a:t>Our aim is to maximize the efficiency of software</a:t>
            </a:r>
            <a:r>
              <a:rPr lang="tr-TR" sz="1800" dirty="0">
                <a:latin typeface="SF Pro Display" panose="00000500000000000000" pitchFamily="50" charset="0"/>
                <a:ea typeface="SF Pro Display" panose="00000500000000000000" pitchFamily="50" charset="0"/>
              </a:rPr>
              <a:t>s</a:t>
            </a:r>
            <a:r>
              <a:rPr lang="en-US" sz="1800" dirty="0">
                <a:latin typeface="SF Pro Display" panose="00000500000000000000" pitchFamily="50" charset="0"/>
                <a:ea typeface="SF Pro Display" panose="00000500000000000000" pitchFamily="50" charset="0"/>
              </a:rPr>
              <a:t> with our technologies.</a:t>
            </a:r>
            <a:endParaRPr lang="tr-TR" sz="1800" dirty="0">
              <a:latin typeface="SF Pro Display" panose="00000500000000000000" pitchFamily="50" charset="0"/>
              <a:ea typeface="SF Pro Display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040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93B4794-8A07-DD84-0BAB-E7F43D119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SF Pro Display" panose="00000500000000000000" pitchFamily="50" charset="0"/>
                <a:ea typeface="SF Pro Display" panose="00000500000000000000" pitchFamily="50" charset="0"/>
              </a:rPr>
              <a:t>What is our </a:t>
            </a:r>
            <a:r>
              <a:rPr lang="tr-TR" b="1" dirty="0" err="1">
                <a:latin typeface="SF Pro Display" panose="00000500000000000000" pitchFamily="50" charset="0"/>
                <a:ea typeface="SF Pro Display" panose="00000500000000000000" pitchFamily="50" charset="0"/>
              </a:rPr>
              <a:t>mission</a:t>
            </a:r>
            <a:r>
              <a:rPr lang="tr-TR" b="1" dirty="0">
                <a:latin typeface="SF Pro Display" panose="00000500000000000000" pitchFamily="50" charset="0"/>
                <a:ea typeface="SF Pro Display" panose="00000500000000000000" pitchFamily="50" charset="0"/>
              </a:rPr>
              <a:t>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1A78958-E7AE-7E06-D230-BE8A918D2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r-TR" sz="1800" dirty="0" err="1">
                <a:latin typeface="SF Pro Display" panose="00000500000000000000" pitchFamily="50" charset="0"/>
                <a:ea typeface="SF Pro Display" panose="00000500000000000000" pitchFamily="50" charset="0"/>
              </a:rPr>
              <a:t>Our</a:t>
            </a:r>
            <a:r>
              <a:rPr lang="tr-TR" sz="1800" dirty="0">
                <a:latin typeface="SF Pro Display" panose="00000500000000000000" pitchFamily="50" charset="0"/>
                <a:ea typeface="SF Pro Display" panose="00000500000000000000" pitchFamily="50" charset="0"/>
              </a:rPr>
              <a:t> </a:t>
            </a:r>
            <a:r>
              <a:rPr lang="tr-TR" sz="1800" dirty="0" err="1">
                <a:latin typeface="SF Pro Display" panose="00000500000000000000" pitchFamily="50" charset="0"/>
                <a:ea typeface="SF Pro Display" panose="00000500000000000000" pitchFamily="50" charset="0"/>
              </a:rPr>
              <a:t>mission</a:t>
            </a:r>
            <a:r>
              <a:rPr lang="tr-TR" sz="1800" dirty="0">
                <a:latin typeface="SF Pro Display" panose="00000500000000000000" pitchFamily="50" charset="0"/>
                <a:ea typeface="SF Pro Display" panose="00000500000000000000" pitchFamily="50" charset="0"/>
              </a:rPr>
              <a:t> is p</a:t>
            </a:r>
            <a:r>
              <a:rPr lang="en-US" sz="1800" dirty="0" err="1">
                <a:latin typeface="SF Pro Display" panose="00000500000000000000" pitchFamily="50" charset="0"/>
                <a:ea typeface="SF Pro Display" panose="00000500000000000000" pitchFamily="50" charset="0"/>
              </a:rPr>
              <a:t>roduce</a:t>
            </a:r>
            <a:r>
              <a:rPr lang="en-US" sz="1800" dirty="0">
                <a:latin typeface="SF Pro Display" panose="00000500000000000000" pitchFamily="50" charset="0"/>
                <a:ea typeface="SF Pro Display" panose="00000500000000000000" pitchFamily="50" charset="0"/>
              </a:rPr>
              <a:t> the most efficient</a:t>
            </a:r>
            <a:endParaRPr lang="tr-TR" sz="1800" dirty="0">
              <a:latin typeface="SF Pro Display" panose="00000500000000000000" pitchFamily="50" charset="0"/>
              <a:ea typeface="SF Pro Display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361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93B4794-8A07-DD84-0BAB-E7F43D119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SF Pro Display" panose="00000500000000000000" pitchFamily="50" charset="0"/>
                <a:ea typeface="SF Pro Display" panose="00000500000000000000" pitchFamily="50" charset="0"/>
              </a:rPr>
              <a:t>What is our perspective on design</a:t>
            </a:r>
            <a:r>
              <a:rPr lang="tr-TR" b="1" dirty="0">
                <a:latin typeface="SF Pro Display" panose="00000500000000000000" pitchFamily="50" charset="0"/>
                <a:ea typeface="SF Pro Display" panose="00000500000000000000" pitchFamily="50" charset="0"/>
              </a:rPr>
              <a:t>?</a:t>
            </a:r>
            <a:endParaRPr lang="en-US" b="1" dirty="0">
              <a:latin typeface="SF Pro Display" panose="00000500000000000000" pitchFamily="50" charset="0"/>
              <a:ea typeface="SF Pro Display" panose="00000500000000000000" pitchFamily="50" charset="0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1A78958-E7AE-7E06-D230-BE8A918D2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SF Pro Display" panose="00000500000000000000" pitchFamily="50" charset="0"/>
                <a:ea typeface="SF Pro Display" panose="00000500000000000000" pitchFamily="50" charset="0"/>
              </a:rPr>
              <a:t>We believe that it is most important to produce long-lasting designs.</a:t>
            </a:r>
            <a:endParaRPr lang="tr-TR" sz="1800" dirty="0">
              <a:latin typeface="SF Pro Display" panose="00000500000000000000" pitchFamily="50" charset="0"/>
              <a:ea typeface="SF Pro Display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623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93B4794-8A07-DD84-0BAB-E7F43D119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latin typeface="SF Pro Display" panose="00000500000000000000" pitchFamily="50" charset="0"/>
                <a:ea typeface="SF Pro Display" panose="00000500000000000000" pitchFamily="50" charset="0"/>
              </a:rPr>
              <a:t>What are the features we look for in our products</a:t>
            </a:r>
            <a:r>
              <a:rPr lang="tr-TR" sz="3600" b="1" dirty="0">
                <a:latin typeface="SF Pro Display" panose="00000500000000000000" pitchFamily="50" charset="0"/>
                <a:ea typeface="SF Pro Display" panose="00000500000000000000" pitchFamily="50" charset="0"/>
              </a:rPr>
              <a:t>?</a:t>
            </a:r>
            <a:endParaRPr lang="en-US" sz="3600" b="1" dirty="0">
              <a:latin typeface="SF Pro Display" panose="00000500000000000000" pitchFamily="50" charset="0"/>
              <a:ea typeface="SF Pro Display" panose="00000500000000000000" pitchFamily="50" charset="0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1A78958-E7AE-7E06-D230-BE8A918D2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SF Pro Display" panose="00000500000000000000" pitchFamily="50" charset="0"/>
                <a:ea typeface="SF Pro Display" panose="00000500000000000000" pitchFamily="50" charset="0"/>
              </a:rPr>
              <a:t>We pay the most attention to "what the user demands" in our products.</a:t>
            </a:r>
            <a:endParaRPr lang="tr-TR" sz="1800" dirty="0">
              <a:latin typeface="SF Pro Display" panose="00000500000000000000" pitchFamily="50" charset="0"/>
              <a:ea typeface="SF Pro Display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5329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93B4794-8A07-DD84-0BAB-E7F43D119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b="1" dirty="0">
                <a:latin typeface="SF Pro Display" panose="00000500000000000000" pitchFamily="50" charset="0"/>
                <a:ea typeface="SF Pro Display" panose="00000500000000000000" pitchFamily="50" charset="0"/>
              </a:rPr>
              <a:t>Design</a:t>
            </a:r>
            <a:endParaRPr lang="en-US" b="1" dirty="0">
              <a:latin typeface="SF Pro Display" panose="00000500000000000000" pitchFamily="50" charset="0"/>
              <a:ea typeface="SF Pro Display" panose="00000500000000000000" pitchFamily="50" charset="0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1A78958-E7AE-7E06-D230-BE8A918D2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3809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SF Pro Display" panose="00000500000000000000" pitchFamily="50" charset="0"/>
                <a:ea typeface="SF Pro Display" panose="00000500000000000000" pitchFamily="50" charset="0"/>
              </a:rPr>
              <a:t>Our logo is one of our best designs. It has many meanings.</a:t>
            </a:r>
            <a:endParaRPr lang="tr-TR" sz="1800" dirty="0">
              <a:latin typeface="SF Pro Display" panose="00000500000000000000" pitchFamily="50" charset="0"/>
              <a:ea typeface="SF Pro Display" panose="00000500000000000000" pitchFamily="50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CD6C48F-EE29-527E-364F-731F534D00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8236" y="1524000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165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93B4794-8A07-DD84-0BAB-E7F43D119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b="1" dirty="0">
                <a:latin typeface="SF Pro Display" panose="00000500000000000000" pitchFamily="50" charset="0"/>
                <a:ea typeface="SF Pro Display" panose="00000500000000000000" pitchFamily="50" charset="0"/>
              </a:rPr>
              <a:t>Software</a:t>
            </a:r>
            <a:endParaRPr lang="en-US" b="1" dirty="0">
              <a:latin typeface="SF Pro Display" panose="00000500000000000000" pitchFamily="50" charset="0"/>
              <a:ea typeface="SF Pro Display" panose="00000500000000000000" pitchFamily="50" charset="0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1A78958-E7AE-7E06-D230-BE8A918D2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712855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SF Pro Display" panose="00000500000000000000" pitchFamily="50" charset="0"/>
                <a:ea typeface="SF Pro Display" panose="00000500000000000000" pitchFamily="50" charset="0"/>
              </a:rPr>
              <a:t>We are developing many projects in your mirror, our currently published application is </a:t>
            </a:r>
            <a:r>
              <a:rPr lang="en-US" sz="1800" dirty="0" err="1">
                <a:latin typeface="SF Pro Display" panose="00000500000000000000" pitchFamily="50" charset="0"/>
                <a:ea typeface="SF Pro Display" panose="00000500000000000000" pitchFamily="50" charset="0"/>
              </a:rPr>
              <a:t>AlBytes</a:t>
            </a:r>
            <a:r>
              <a:rPr lang="en-US" sz="1800" dirty="0">
                <a:latin typeface="SF Pro Display" panose="00000500000000000000" pitchFamily="50" charset="0"/>
                <a:ea typeface="SF Pro Display" panose="00000500000000000000" pitchFamily="50" charset="0"/>
              </a:rPr>
              <a:t>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7FB3DF6-AED0-4C2D-4C10-5D497496A3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2142" y="1825626"/>
            <a:ext cx="6110125" cy="358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902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93B4794-8A07-DD84-0BAB-E7F43D119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b="1" dirty="0" err="1">
                <a:latin typeface="SF Pro Display" panose="00000500000000000000" pitchFamily="50" charset="0"/>
                <a:ea typeface="SF Pro Display" panose="00000500000000000000" pitchFamily="50" charset="0"/>
              </a:rPr>
              <a:t>Finish</a:t>
            </a:r>
            <a:endParaRPr lang="en-US" b="1" dirty="0">
              <a:latin typeface="SF Pro Display" panose="00000500000000000000" pitchFamily="50" charset="0"/>
              <a:ea typeface="SF Pro Display" panose="00000500000000000000" pitchFamily="50" charset="0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1A78958-E7AE-7E06-D230-BE8A918D2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SF Pro Display" panose="00000500000000000000" pitchFamily="50" charset="0"/>
                <a:ea typeface="SF Pro Display" panose="00000500000000000000" pitchFamily="50" charset="0"/>
              </a:rPr>
              <a:t>Thanks for listening</a:t>
            </a:r>
            <a:r>
              <a:rPr lang="tr-TR" sz="1800" dirty="0">
                <a:latin typeface="SF Pro Display" panose="00000500000000000000" pitchFamily="50" charset="0"/>
                <a:ea typeface="SF Pro Display" panose="00000500000000000000" pitchFamily="50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570597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301</Words>
  <Application>Microsoft Office PowerPoint</Application>
  <PresentationFormat>Geniş ekran</PresentationFormat>
  <Paragraphs>42</Paragraphs>
  <Slides>13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SF Pro Display</vt:lpstr>
      <vt:lpstr>Office Teması</vt:lpstr>
      <vt:lpstr>Alnes Studio</vt:lpstr>
      <vt:lpstr>Content</vt:lpstr>
      <vt:lpstr>What is Alnes?</vt:lpstr>
      <vt:lpstr>How was Alnes Studio founded?</vt:lpstr>
      <vt:lpstr>Who founded Alnes Studio?</vt:lpstr>
      <vt:lpstr>Who are we?</vt:lpstr>
      <vt:lpstr>What is our aim?</vt:lpstr>
      <vt:lpstr>What is our mission?</vt:lpstr>
      <vt:lpstr>What is our perspective on design?</vt:lpstr>
      <vt:lpstr>What are the features we look for in our products?</vt:lpstr>
      <vt:lpstr>Design</vt:lpstr>
      <vt:lpstr>Software</vt:lpstr>
      <vt:lpstr>Finish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Alnes Studio</dc:title>
  <dc:creator>ozgur.onuralp@gmail.com</dc:creator>
  <cp:lastModifiedBy>ozgur.onuralp@gmail.com</cp:lastModifiedBy>
  <cp:revision>2</cp:revision>
  <dcterms:created xsi:type="dcterms:W3CDTF">2022-06-02T13:53:54Z</dcterms:created>
  <dcterms:modified xsi:type="dcterms:W3CDTF">2022-06-02T15:19:27Z</dcterms:modified>
</cp:coreProperties>
</file>